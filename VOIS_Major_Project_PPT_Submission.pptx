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07889" y="3729839"/>
            <a:ext cx="5853941" cy="1055308"/>
          </a:xfrm>
        </p:spPr>
        <p:txBody>
          <a:bodyPr vert="horz" lIns="91440" tIns="45720" rIns="91440" bIns="45720" rtlCol="0" anchor="t">
            <a:normAutofit/>
          </a:bodyPr>
          <a:lstStyle/>
          <a:p>
            <a:pPr algn="r"/>
            <a:r>
              <a:rPr lang="en-US" b="0" dirty="0">
                <a:solidFill>
                  <a:schemeClr val="tx1"/>
                </a:solidFill>
              </a:rPr>
              <a:t>Student Name: </a:t>
            </a:r>
            <a:r>
              <a:rPr lang="en-US" b="0">
                <a:solidFill>
                  <a:schemeClr val="tx1"/>
                </a:solidFill>
              </a:rPr>
              <a:t>Siddharth Sanjay </a:t>
            </a:r>
            <a:r>
              <a:rPr lang="en-US" b="0" dirty="0" err="1">
                <a:solidFill>
                  <a:schemeClr val="tx1"/>
                </a:solidFill>
              </a:rPr>
              <a:t>Amrutkar</a:t>
            </a:r>
            <a:endParaRPr lang="en-US" b="0" dirty="0">
              <a:solidFill>
                <a:schemeClr val="tx1"/>
              </a:solidFill>
            </a:endParaRPr>
          </a:p>
          <a:p>
            <a:pPr algn="r"/>
            <a:r>
              <a:rPr lang="en-US" b="0" dirty="0">
                <a:solidFill>
                  <a:schemeClr val="tx1"/>
                </a:solidFill>
              </a:rPr>
              <a:t>College Name- </a:t>
            </a:r>
            <a:r>
              <a:rPr lang="en-US" b="0" dirty="0" err="1">
                <a:solidFill>
                  <a:schemeClr val="tx1"/>
                </a:solidFill>
              </a:rPr>
              <a:t>JSPM,JSCOE,Hadapser</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584580"/>
            <a:ext cx="8223040" cy="1520888"/>
          </a:xfrm>
        </p:spPr>
        <p:txBody>
          <a:bodyPr>
            <a:normAutofit/>
          </a:bodyPr>
          <a:lstStyle/>
          <a:p>
            <a:r>
              <a:rPr lang="en-GB" sz="3200" dirty="0"/>
              <a:t>Project Title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854769" y="4708095"/>
            <a:ext cx="5751304" cy="369332"/>
          </a:xfrm>
          <a:prstGeom prst="rect">
            <a:avLst/>
          </a:prstGeom>
          <a:noFill/>
        </p:spPr>
        <p:txBody>
          <a:bodyPr wrap="square" rtlCol="0">
            <a:spAutoFit/>
          </a:bodyPr>
          <a:lstStyle/>
          <a:p>
            <a:r>
              <a:rPr lang="en-US" b="1" dirty="0"/>
              <a:t>AICTE STU ID : (STU6904e8ac916d21761929388)</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376006"/>
            <a:ext cx="6276109" cy="585048"/>
          </a:xfrm>
        </p:spPr>
        <p:txBody>
          <a:bodyPr>
            <a:normAutofit fontScale="90000"/>
          </a:bodyPr>
          <a:lstStyle/>
          <a:p>
            <a:r>
              <a:rPr lang="en-GB" dirty="0"/>
              <a:t>Project Description</a:t>
            </a:r>
            <a:br>
              <a:rPr lang="en-GB" dirty="0"/>
            </a:br>
            <a:br>
              <a:rPr lang="en-GB" dirty="0"/>
            </a:br>
            <a:r>
              <a:rPr lang="en-IN" sz="2000" b="0" dirty="0"/>
              <a:t>Seasonal Agriculture Performance Analysis</a:t>
            </a:r>
            <a:br>
              <a:rPr lang="en-IN" sz="2000" b="0" dirty="0"/>
            </a:br>
            <a:r>
              <a:rPr lang="en-IN" sz="2000" b="0" dirty="0"/>
              <a:t>This project </a:t>
            </a:r>
            <a:r>
              <a:rPr lang="en-IN" sz="2000" b="0" dirty="0" err="1"/>
              <a:t>analyzes</a:t>
            </a:r>
            <a:r>
              <a:rPr lang="en-IN" sz="2000" b="0" dirty="0"/>
              <a:t> agricultural activities across different seasons, geographical areas, and farming conditions. </a:t>
            </a:r>
            <a:br>
              <a:rPr lang="en-IN" sz="2000" b="0" dirty="0"/>
            </a:br>
            <a:r>
              <a:rPr lang="en-IN" sz="2000" b="0" dirty="0"/>
              <a:t>The dataset contains information about: </a:t>
            </a:r>
            <a:br>
              <a:rPr lang="en-IN" sz="2000" b="0" dirty="0"/>
            </a:br>
            <a:r>
              <a:rPr lang="en-IN" sz="2000" b="0" dirty="0"/>
              <a:t>Farming practices </a:t>
            </a:r>
            <a:br>
              <a:rPr lang="en-IN" sz="2000" b="0" dirty="0"/>
            </a:br>
            <a:r>
              <a:rPr lang="en-IN" sz="2000" b="0" dirty="0"/>
              <a:t>Environmental conditions </a:t>
            </a:r>
            <a:br>
              <a:rPr lang="en-IN" sz="2000" b="0" dirty="0"/>
            </a:br>
            <a:r>
              <a:rPr lang="en-IN" sz="2000" b="0" dirty="0"/>
              <a:t>Crop production </a:t>
            </a:r>
            <a:br>
              <a:rPr lang="en-IN" sz="2000" b="0" dirty="0"/>
            </a:br>
            <a:r>
              <a:rPr lang="en-IN" sz="2000" b="0" dirty="0"/>
              <a:t>Resource usage </a:t>
            </a:r>
            <a:br>
              <a:rPr lang="en-IN" sz="2000" b="0" dirty="0"/>
            </a:br>
            <a:r>
              <a:rPr lang="en-IN" sz="2000" b="0" dirty="0"/>
              <a:t>Economic performance </a:t>
            </a:r>
            <a:br>
              <a:rPr lang="en-IN" sz="2000" b="0" dirty="0"/>
            </a:br>
            <a:r>
              <a:rPr lang="en-IN" sz="2000" b="0" dirty="0"/>
              <a:t>The main aim is to identify seasonal patterns, trends, relationships, and variations in agricultural performance. </a:t>
            </a:r>
            <a:br>
              <a:rPr lang="en-IN" sz="2000" b="0" dirty="0"/>
            </a:br>
            <a:r>
              <a:rPr lang="en-IN" sz="2000" b="0" dirty="0"/>
              <a:t>The project involves data cleaning, analysis, statistical techniques, visualization, and interpretation. </a:t>
            </a:r>
            <a:br>
              <a:rPr lang="en-IN" sz="2000" b="0" dirty="0"/>
            </a:br>
            <a:r>
              <a:rPr lang="en-IN" sz="2000" b="0" dirty="0"/>
              <a:t>The final results can provide data-driven recommendations for better seasonal agricultural planning.</a:t>
            </a:r>
            <a:br>
              <a:rPr lang="en-IN" sz="2000" b="0"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744824"/>
            <a:ext cx="7904481" cy="4236559"/>
          </a:xfrm>
        </p:spPr>
        <p:txBody>
          <a:bodyPr>
            <a:normAutofit fontScale="70000" lnSpcReduction="20000"/>
          </a:bodyPr>
          <a:lstStyle/>
          <a:p>
            <a:pPr lvl="0"/>
            <a:r>
              <a:rPr lang="en-IN" sz="3600" dirty="0"/>
              <a:t>👨‍🌾 </a:t>
            </a:r>
            <a:r>
              <a:rPr lang="en-IN" sz="3600" b="1" dirty="0"/>
              <a:t>Farmers</a:t>
            </a:r>
            <a:r>
              <a:rPr lang="en-IN" sz="3600" dirty="0"/>
              <a:t> – To understand seasonal performance and improve farming decisions. </a:t>
            </a:r>
          </a:p>
          <a:p>
            <a:pPr lvl="0"/>
            <a:r>
              <a:rPr lang="en-IN" sz="3600" dirty="0"/>
              <a:t>🌾 </a:t>
            </a:r>
            <a:r>
              <a:rPr lang="en-IN" sz="3600" b="1" dirty="0"/>
              <a:t>Agricultural Planners</a:t>
            </a:r>
            <a:r>
              <a:rPr lang="en-IN" sz="3600" dirty="0"/>
              <a:t> – To support better seasonal agricultural planning. </a:t>
            </a:r>
          </a:p>
          <a:p>
            <a:pPr lvl="0"/>
            <a:r>
              <a:rPr lang="en-IN" sz="3600" dirty="0"/>
              <a:t>🏛️ </a:t>
            </a:r>
            <a:r>
              <a:rPr lang="en-IN" sz="3600" b="1" dirty="0"/>
              <a:t>Government &amp; Agricultural Departments</a:t>
            </a:r>
            <a:r>
              <a:rPr lang="en-IN" sz="3600" dirty="0"/>
              <a:t> – To understand regional and seasonal agricultural trends. </a:t>
            </a:r>
          </a:p>
          <a:p>
            <a:pPr lvl="0"/>
            <a:r>
              <a:rPr lang="en-IN" sz="3600" dirty="0"/>
              <a:t>📊 </a:t>
            </a:r>
            <a:r>
              <a:rPr lang="en-IN" sz="3600" b="1" dirty="0"/>
              <a:t>Agricultural Analysts</a:t>
            </a:r>
            <a:r>
              <a:rPr lang="en-IN" sz="3600" dirty="0"/>
              <a:t> – To </a:t>
            </a:r>
            <a:r>
              <a:rPr lang="en-IN" sz="3600" dirty="0" err="1"/>
              <a:t>analyze</a:t>
            </a:r>
            <a:r>
              <a:rPr lang="en-IN" sz="3600" dirty="0"/>
              <a:t> patterns and relationships in agricultural data. </a:t>
            </a:r>
          </a:p>
          <a:p>
            <a:pPr lvl="0"/>
            <a:r>
              <a:rPr lang="en-IN" sz="3600" dirty="0"/>
              <a:t>🔬 </a:t>
            </a:r>
            <a:r>
              <a:rPr lang="en-IN" sz="3600" b="1" dirty="0"/>
              <a:t>Researchers &amp; Students</a:t>
            </a:r>
            <a:r>
              <a:rPr lang="en-IN" sz="3600" dirty="0"/>
              <a:t> – To study seasonal variations and develop further insights.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778000" y="1586736"/>
            <a:ext cx="9027702" cy="5243448"/>
          </a:xfrm>
        </p:spPr>
        <p:txBody>
          <a:bodyPr/>
          <a:lstStyle/>
          <a:p>
            <a:r>
              <a:rPr lang="en-US" sz="2400" b="1" dirty="0"/>
              <a:t>Google </a:t>
            </a:r>
            <a:r>
              <a:rPr lang="en-US" sz="2400" b="1" dirty="0" err="1"/>
              <a:t>colab</a:t>
            </a:r>
            <a:endParaRPr lang="en-US" sz="2400" b="1" dirty="0"/>
          </a:p>
          <a:p>
            <a:pPr lvl="0"/>
            <a:r>
              <a:rPr lang="en-IN" b="1" dirty="0"/>
              <a:t>Python</a:t>
            </a:r>
            <a:r>
              <a:rPr lang="en-IN" dirty="0"/>
              <a:t> – Data analysis and processing </a:t>
            </a:r>
          </a:p>
          <a:p>
            <a:pPr lvl="0"/>
            <a:r>
              <a:rPr lang="en-IN" b="1" dirty="0"/>
              <a:t>Pandas</a:t>
            </a:r>
            <a:r>
              <a:rPr lang="en-IN" dirty="0"/>
              <a:t> – Data cleaning and manipulation </a:t>
            </a:r>
          </a:p>
          <a:p>
            <a:pPr lvl="0"/>
            <a:r>
              <a:rPr lang="en-IN" b="1" dirty="0"/>
              <a:t>NumPy</a:t>
            </a:r>
            <a:r>
              <a:rPr lang="en-IN" dirty="0"/>
              <a:t> – Numerical calculations </a:t>
            </a:r>
          </a:p>
          <a:p>
            <a:pPr lvl="0"/>
            <a:r>
              <a:rPr lang="en-IN" b="1" dirty="0"/>
              <a:t>Matplotlib / Seaborn</a:t>
            </a:r>
            <a:r>
              <a:rPr lang="en-IN" dirty="0"/>
              <a:t> – Data visualization</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F819303D-F07A-E744-79BD-0D3610B5F11D}"/>
              </a:ext>
            </a:extLst>
          </p:cNvPr>
          <p:cNvPicPr>
            <a:picLocks noChangeAspect="1"/>
          </p:cNvPicPr>
          <p:nvPr/>
        </p:nvPicPr>
        <p:blipFill>
          <a:blip r:embed="rId3"/>
          <a:stretch>
            <a:fillRect/>
          </a:stretch>
        </p:blipFill>
        <p:spPr>
          <a:xfrm>
            <a:off x="868048" y="1429624"/>
            <a:ext cx="7361552" cy="4371975"/>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9CC12678-D274-B7F7-1EC3-D33CAA8F190E}"/>
              </a:ext>
            </a:extLst>
          </p:cNvPr>
          <p:cNvPicPr>
            <a:picLocks noChangeAspect="1"/>
          </p:cNvPicPr>
          <p:nvPr/>
        </p:nvPicPr>
        <p:blipFill>
          <a:blip r:embed="rId3"/>
          <a:stretch>
            <a:fillRect/>
          </a:stretch>
        </p:blipFill>
        <p:spPr>
          <a:xfrm>
            <a:off x="692737" y="1517481"/>
            <a:ext cx="8276933" cy="405240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A69CF703-2434-745F-71C2-ABFA968FE341}"/>
              </a:ext>
            </a:extLst>
          </p:cNvPr>
          <p:cNvPicPr>
            <a:picLocks noChangeAspect="1"/>
          </p:cNvPicPr>
          <p:nvPr/>
        </p:nvPicPr>
        <p:blipFill>
          <a:blip r:embed="rId3"/>
          <a:stretch>
            <a:fillRect/>
          </a:stretch>
        </p:blipFill>
        <p:spPr>
          <a:xfrm>
            <a:off x="735193" y="1476743"/>
            <a:ext cx="7221001" cy="4352381"/>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0616E90F-6EE4-7951-2EC8-1521A57F424E}"/>
              </a:ext>
            </a:extLst>
          </p:cNvPr>
          <p:cNvPicPr>
            <a:picLocks noChangeAspect="1"/>
          </p:cNvPicPr>
          <p:nvPr/>
        </p:nvPicPr>
        <p:blipFill>
          <a:blip r:embed="rId3"/>
          <a:stretch>
            <a:fillRect/>
          </a:stretch>
        </p:blipFill>
        <p:spPr>
          <a:xfrm>
            <a:off x="837829" y="1275372"/>
            <a:ext cx="7689629" cy="4752204"/>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630ED4E1-54DA-474A-4F15-05E19DF7DCAB}"/>
              </a:ext>
            </a:extLst>
          </p:cNvPr>
          <p:cNvPicPr>
            <a:picLocks noChangeAspect="1"/>
          </p:cNvPicPr>
          <p:nvPr/>
        </p:nvPicPr>
        <p:blipFill>
          <a:blip r:embed="rId3"/>
          <a:stretch>
            <a:fillRect/>
          </a:stretch>
        </p:blipFill>
        <p:spPr>
          <a:xfrm>
            <a:off x="801712" y="1275371"/>
            <a:ext cx="7725747" cy="505688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ABDD0F27-D3B9-265D-316C-9B62FEF1E9A1}"/>
              </a:ext>
            </a:extLst>
          </p:cNvPr>
          <p:cNvSpPr txBox="1"/>
          <p:nvPr/>
        </p:nvSpPr>
        <p:spPr>
          <a:xfrm>
            <a:off x="320982" y="1301274"/>
            <a:ext cx="8599083" cy="5170646"/>
          </a:xfrm>
          <a:prstGeom prst="rect">
            <a:avLst/>
          </a:prstGeom>
          <a:noFill/>
        </p:spPr>
        <p:txBody>
          <a:bodyPr wrap="square" rtlCol="0">
            <a:spAutoFit/>
          </a:bodyPr>
          <a:lstStyle/>
          <a:p>
            <a:pPr marL="285750" lvl="0" indent="-285750">
              <a:buFont typeface="Arial" panose="020B0604020202020204" pitchFamily="34" charset="0"/>
              <a:buChar char="•"/>
            </a:pPr>
            <a:r>
              <a:rPr lang="en-IN" sz="2400" dirty="0"/>
              <a:t>Develop </a:t>
            </a:r>
            <a:r>
              <a:rPr lang="en-IN" sz="2400" b="1" dirty="0"/>
              <a:t>AI/ML models</a:t>
            </a:r>
            <a:r>
              <a:rPr lang="en-IN" sz="2400" dirty="0"/>
              <a:t> to predict agricultural performance. </a:t>
            </a:r>
          </a:p>
          <a:p>
            <a:pPr marL="285750" lvl="0" indent="-285750">
              <a:buFont typeface="Arial" panose="020B0604020202020204" pitchFamily="34" charset="0"/>
              <a:buChar char="•"/>
            </a:pPr>
            <a:r>
              <a:rPr lang="en-IN" sz="2400" dirty="0"/>
              <a:t>Predict crop performance for upcoming seasons. </a:t>
            </a:r>
          </a:p>
          <a:p>
            <a:pPr marL="285750" lvl="0" indent="-285750">
              <a:buFont typeface="Arial" panose="020B0604020202020204" pitchFamily="34" charset="0"/>
              <a:buChar char="•"/>
            </a:pPr>
            <a:r>
              <a:rPr lang="en-IN" sz="2400" dirty="0"/>
              <a:t>Provide </a:t>
            </a:r>
            <a:r>
              <a:rPr lang="en-IN" sz="2400" b="1" dirty="0"/>
              <a:t>early warnings</a:t>
            </a:r>
            <a:r>
              <a:rPr lang="en-IN" sz="2400" dirty="0"/>
              <a:t> about </a:t>
            </a:r>
            <a:r>
              <a:rPr lang="en-IN" sz="2400" dirty="0" err="1"/>
              <a:t>unfavorable</a:t>
            </a:r>
            <a:r>
              <a:rPr lang="en-IN" sz="2400" dirty="0"/>
              <a:t> seasonal conditions. </a:t>
            </a:r>
          </a:p>
          <a:p>
            <a:pPr marL="285750" lvl="0" indent="-285750">
              <a:buFont typeface="Arial" panose="020B0604020202020204" pitchFamily="34" charset="0"/>
              <a:buChar char="•"/>
            </a:pPr>
            <a:r>
              <a:rPr lang="en-IN" sz="2400" dirty="0" err="1"/>
              <a:t>Analyze</a:t>
            </a:r>
            <a:r>
              <a:rPr lang="en-IN" sz="2400" dirty="0"/>
              <a:t> larger datasets from multiple regions. </a:t>
            </a:r>
          </a:p>
          <a:p>
            <a:pPr marL="285750" lvl="0" indent="-285750">
              <a:buFont typeface="Arial" panose="020B0604020202020204" pitchFamily="34" charset="0"/>
              <a:buChar char="•"/>
            </a:pPr>
            <a:r>
              <a:rPr lang="en-IN" sz="2400" dirty="0"/>
              <a:t>Integrate </a:t>
            </a:r>
            <a:r>
              <a:rPr lang="en-IN" sz="2400" b="1" dirty="0"/>
              <a:t>real-time weather and environmental data</a:t>
            </a:r>
            <a:r>
              <a:rPr lang="en-IN" sz="2400" dirty="0"/>
              <a:t>. </a:t>
            </a:r>
          </a:p>
          <a:p>
            <a:pPr marL="285750" lvl="0" indent="-285750">
              <a:buFont typeface="Arial" panose="020B0604020202020204" pitchFamily="34" charset="0"/>
              <a:buChar char="•"/>
            </a:pPr>
            <a:r>
              <a:rPr lang="en-IN" sz="2400" dirty="0"/>
              <a:t>Develop a </a:t>
            </a:r>
            <a:r>
              <a:rPr lang="en-IN" sz="2400" b="1" dirty="0"/>
              <a:t>dashboard/mobile application</a:t>
            </a:r>
            <a:r>
              <a:rPr lang="en-IN" sz="2400" dirty="0"/>
              <a:t> for farmers and agricultural planners. </a:t>
            </a:r>
          </a:p>
          <a:p>
            <a:pPr marL="285750" lvl="0" indent="-285750">
              <a:buFont typeface="Arial" panose="020B0604020202020204" pitchFamily="34" charset="0"/>
              <a:buChar char="•"/>
            </a:pPr>
            <a:r>
              <a:rPr lang="en-IN" sz="2400" dirty="0"/>
              <a:t>Use historical data to recommend </a:t>
            </a:r>
            <a:r>
              <a:rPr lang="en-IN" sz="2400" b="1" dirty="0"/>
              <a:t>better resource allocation</a:t>
            </a:r>
            <a:r>
              <a:rPr lang="en-IN" sz="2400" dirty="0"/>
              <a:t>. </a:t>
            </a:r>
          </a:p>
          <a:p>
            <a:pPr marL="285750" lvl="0" indent="-285750">
              <a:buFont typeface="Arial" panose="020B0604020202020204" pitchFamily="34" charset="0"/>
              <a:buChar char="•"/>
            </a:pPr>
            <a:r>
              <a:rPr lang="en-IN" sz="2400" dirty="0"/>
              <a:t>Extend the system to support </a:t>
            </a:r>
            <a:r>
              <a:rPr lang="en-IN" sz="2400" b="1" dirty="0"/>
              <a:t>data-driven agricultural decision-making</a:t>
            </a:r>
            <a:r>
              <a:rPr lang="en-IN" dirty="0"/>
              <a:t>.</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94570" y="2280075"/>
            <a:ext cx="7232875" cy="707886"/>
          </a:xfrm>
          <a:prstGeom prst="rect">
            <a:avLst/>
          </a:prstGeom>
          <a:noFill/>
        </p:spPr>
        <p:txBody>
          <a:bodyPr wrap="square">
            <a:spAutoFit/>
          </a:bodyPr>
          <a:lstStyle/>
          <a:p>
            <a:r>
              <a:rPr lang="en-US" sz="2000" dirty="0"/>
              <a:t>https://github.com/siddharthamrutkar2005/Seasonal-Agriculture-Performance-Analysis.git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4FC46793-A20A-EFE6-1674-DA5548C38361}"/>
              </a:ext>
            </a:extLst>
          </p:cNvPr>
          <p:cNvPicPr>
            <a:picLocks noChangeAspect="1"/>
          </p:cNvPicPr>
          <p:nvPr/>
        </p:nvPicPr>
        <p:blipFill>
          <a:blip r:embed="rId3"/>
          <a:stretch>
            <a:fillRect/>
          </a:stretch>
        </p:blipFill>
        <p:spPr>
          <a:xfrm>
            <a:off x="573320" y="1455636"/>
            <a:ext cx="8188125" cy="511280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1465</TotalTime>
  <Words>421</Words>
  <Application>Microsoft Office PowerPoint</Application>
  <PresentationFormat>Widescreen</PresentationFormat>
  <Paragraphs>40</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Seasonal Agriculture Performance Analysis This project analyzes agricultural activities across different seasons, geographical areas, and farming conditions.  The dataset contains information about:  Farming practices  Environmental conditions  Crop production  Resource usage  Economic performance  The main aim is to identify seasonal patterns, trends, relationships, and variations in agricultural performance.  The project involves data cleaning, analysis, statistical techniques, visualization, and interpretation.  The final results can provide data-driven recommendations for better seasonal agricultural planning.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Samarth Sonkule</cp:lastModifiedBy>
  <cp:revision>100</cp:revision>
  <dcterms:created xsi:type="dcterms:W3CDTF">2021-07-11T13:13:15Z</dcterms:created>
  <dcterms:modified xsi:type="dcterms:W3CDTF">2026-09-10T11:31:29Z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